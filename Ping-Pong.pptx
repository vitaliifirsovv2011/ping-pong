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4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Прямоугольник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56" name="Прямоугольник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Прямоугольник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Прямоугольник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Прямоугольник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Полилиния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Полилиния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Полилиния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Полилиния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Полилиния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Полилиния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Полилиния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Полилиния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Полилиния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Полилиния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Полилиния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Полилиния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Полилиния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оугольник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Прямоугольник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Прямоугольник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Прямая соединительная линия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grpSp>
        <p:nvGrpSpPr>
          <p:cNvPr id="14" name="Группа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Прямая соединительная линия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7DE02DD0-CA2F-48D8-AFC4-97669CC8378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B88D702E-6BA1-464E-8EE6-CDF4E292E687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Ping-Pong</a:t>
            </a:r>
            <a:endParaRPr lang="ru-RU" dirty="0"/>
          </a:p>
        </p:txBody>
      </p:sp>
      <p:pic>
        <p:nvPicPr>
          <p:cNvPr id="5" name="Рисунок 4" descr="screensho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476672"/>
            <a:ext cx="4392488" cy="3896327"/>
          </a:xfrm>
          <a:prstGeom prst="rect">
            <a:avLst/>
          </a:prstGeom>
        </p:spPr>
      </p:pic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smtClean="0"/>
              <a:t>Цель проекта- разработать игру в теннис на компьютере</a:t>
            </a:r>
            <a:r>
              <a:rPr lang="en-US" sz="2800" dirty="0" smtClean="0"/>
              <a:t>, </a:t>
            </a:r>
            <a:r>
              <a:rPr lang="ru-RU" sz="2800" dirty="0" smtClean="0"/>
              <a:t>в которую вы сможете играть вдвоём.</a:t>
            </a:r>
            <a:endParaRPr lang="ru-RU" sz="2800" dirty="0"/>
          </a:p>
        </p:txBody>
      </p:sp>
      <p:pic>
        <p:nvPicPr>
          <p:cNvPr id="4" name="Содержимое 3" descr="screenshot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1600" y="1844824"/>
            <a:ext cx="5154202" cy="4572000"/>
          </a:xfr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Ping-pong – </a:t>
            </a:r>
            <a:r>
              <a:rPr lang="ru-RU" sz="2400" dirty="0" smtClean="0"/>
              <a:t>это игра в настольный теннис</a:t>
            </a:r>
            <a:r>
              <a:rPr lang="en-US" sz="2400" dirty="0" smtClean="0"/>
              <a:t>,</a:t>
            </a:r>
            <a:r>
              <a:rPr lang="ru-RU" sz="2400" dirty="0" smtClean="0"/>
              <a:t> в которую вы можете играть вдвоём, за одним компьютером.</a:t>
            </a:r>
            <a:endParaRPr lang="ru-RU" sz="2400" dirty="0"/>
          </a:p>
        </p:txBody>
      </p:sp>
      <p:pic>
        <p:nvPicPr>
          <p:cNvPr id="4" name="Содержимое 3" descr="2026-02-04_20-56-09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05659" y="1784350"/>
            <a:ext cx="7589881" cy="4572000"/>
          </a:xfr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smtClean="0">
                <a:latin typeface="+mn-lt"/>
              </a:rPr>
              <a:t>Ping-pong </a:t>
            </a:r>
            <a:r>
              <a:rPr lang="ru-RU" sz="2000" dirty="0" smtClean="0">
                <a:latin typeface="+mn-lt"/>
              </a:rPr>
              <a:t>разработан на  </a:t>
            </a:r>
            <a:r>
              <a:rPr lang="en-US" sz="2000" dirty="0" err="1" smtClean="0">
                <a:latin typeface="+mn-lt"/>
              </a:rPr>
              <a:t>Pygame</a:t>
            </a:r>
            <a:r>
              <a:rPr lang="en-US" sz="2000" dirty="0" smtClean="0">
                <a:latin typeface="+mn-lt"/>
              </a:rPr>
              <a:t>, </a:t>
            </a:r>
            <a:r>
              <a:rPr lang="ru-RU" sz="2000" dirty="0" smtClean="0">
                <a:latin typeface="+mn-lt"/>
              </a:rPr>
              <a:t>которая является </a:t>
            </a:r>
            <a:r>
              <a:rPr lang="ru-RU" sz="2000" b="1" dirty="0" smtClean="0">
                <a:latin typeface="+mn-lt"/>
              </a:rPr>
              <a:t>библиотекой модулей </a:t>
            </a:r>
            <a:r>
              <a:rPr lang="ru-RU" sz="2000" b="1" dirty="0" smtClean="0">
                <a:latin typeface="+mn-lt"/>
              </a:rPr>
              <a:t>для </a:t>
            </a:r>
            <a:r>
              <a:rPr lang="ru-RU" sz="2000" b="1" dirty="0" smtClean="0">
                <a:latin typeface="+mn-lt"/>
              </a:rPr>
              <a:t>языка программирования   </a:t>
            </a:r>
            <a:r>
              <a:rPr lang="ru-RU" sz="2000" b="1" dirty="0" err="1" smtClean="0">
                <a:latin typeface="+mn-lt"/>
              </a:rPr>
              <a:t>Python</a:t>
            </a:r>
            <a:r>
              <a:rPr lang="ru-RU" sz="2000" dirty="0" smtClean="0">
                <a:latin typeface="+mn-lt"/>
              </a:rPr>
              <a:t>, </a:t>
            </a:r>
            <a:r>
              <a:rPr lang="ru-RU" sz="2000" dirty="0" smtClean="0">
                <a:latin typeface="+mn-lt"/>
              </a:rPr>
              <a:t>предназначенной </a:t>
            </a:r>
            <a:r>
              <a:rPr lang="ru-RU" sz="2000" dirty="0" smtClean="0">
                <a:latin typeface="+mn-lt"/>
              </a:rPr>
              <a:t>для разработки </a:t>
            </a:r>
            <a:r>
              <a:rPr lang="ru-RU" sz="2000" b="1" dirty="0" smtClean="0">
                <a:latin typeface="+mn-lt"/>
              </a:rPr>
              <a:t>двумерных игр</a:t>
            </a:r>
            <a:r>
              <a:rPr lang="ru-RU" sz="2000" dirty="0" smtClean="0">
                <a:latin typeface="+mn-lt"/>
              </a:rPr>
              <a:t> и мультимедиа-приложений.</a:t>
            </a:r>
            <a:endParaRPr lang="ru-RU" sz="2000" dirty="0">
              <a:latin typeface="+mn-lt"/>
            </a:endParaRPr>
          </a:p>
        </p:txBody>
      </p:sp>
      <p:pic>
        <p:nvPicPr>
          <p:cNvPr id="4" name="Содержимое 3" descr="og_og_148096387027171464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2535301"/>
            <a:ext cx="7772400" cy="3070098"/>
          </a:xfr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smtClean="0"/>
              <a:t>При разработке игры я пользовался своими прошлыми проектами </a:t>
            </a:r>
            <a:r>
              <a:rPr lang="en-US" sz="2800" dirty="0" smtClean="0"/>
              <a:t>Maze </a:t>
            </a:r>
            <a:r>
              <a:rPr lang="ru-RU" sz="2800" dirty="0" smtClean="0"/>
              <a:t>и </a:t>
            </a:r>
            <a:r>
              <a:rPr lang="en-US" sz="2800" dirty="0" smtClean="0"/>
              <a:t>Space-shooter.</a:t>
            </a:r>
            <a:endParaRPr lang="ru-RU" sz="2800" dirty="0"/>
          </a:p>
        </p:txBody>
      </p:sp>
      <p:pic>
        <p:nvPicPr>
          <p:cNvPr id="4" name="Содержимое 3" descr="2026-02-04_21-16-30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9" y="1916832"/>
            <a:ext cx="3888431" cy="3665318"/>
          </a:xfrm>
        </p:spPr>
      </p:pic>
      <p:pic>
        <p:nvPicPr>
          <p:cNvPr id="6" name="Рисунок 5" descr="2026-01-21_21-56-1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88024" y="1916832"/>
            <a:ext cx="4128098" cy="3690566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Демонстрация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 smtClean="0"/>
              <a:t>Доработка</a:t>
            </a:r>
            <a:r>
              <a:rPr lang="en-US" sz="2000" dirty="0" smtClean="0"/>
              <a:t>.</a:t>
            </a:r>
            <a:r>
              <a:rPr lang="ru-RU" sz="2000" dirty="0" smtClean="0"/>
              <a:t> В игру можно добавить главное меню и меню паузы</a:t>
            </a:r>
            <a:r>
              <a:rPr lang="en-US" sz="2000" dirty="0" smtClean="0"/>
              <a:t>,</a:t>
            </a:r>
            <a:r>
              <a:rPr lang="ru-RU" sz="2000" dirty="0" smtClean="0"/>
              <a:t> а также количество сетов при котором определяется победитель и сам счёт.</a:t>
            </a:r>
            <a:endParaRPr lang="ru-RU" sz="2000" dirty="0"/>
          </a:p>
        </p:txBody>
      </p:sp>
      <p:pic>
        <p:nvPicPr>
          <p:cNvPr id="4" name="Содержимое 3" descr="menu.jf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1600" y="2060848"/>
            <a:ext cx="3225552" cy="3776885"/>
          </a:xfrm>
        </p:spPr>
      </p:pic>
      <p:pic>
        <p:nvPicPr>
          <p:cNvPr id="5" name="Рисунок 4" descr="tablo.jf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55976" y="2420888"/>
            <a:ext cx="4529230" cy="3384376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01d10409e0c94b9c6f060d1c4c9484fc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68005" y="1124744"/>
            <a:ext cx="7736443" cy="5231606"/>
          </a:xfr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етро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Метро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41</TotalTime>
  <Words>91</Words>
  <Application>Microsoft Office PowerPoint</Application>
  <PresentationFormat>Экран (4:3)</PresentationFormat>
  <Paragraphs>7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Метро</vt:lpstr>
      <vt:lpstr>Ping-Pong</vt:lpstr>
      <vt:lpstr>Цель проекта- разработать игру в теннис на компьютере, в которую вы сможете играть вдвоём.</vt:lpstr>
      <vt:lpstr>Ping-pong – это игра в настольный теннис, в которую вы можете играть вдвоём, за одним компьютером.</vt:lpstr>
      <vt:lpstr>Ping-pong разработан на  Pygame, которая является библиотекой модулей для языка программирования   Python, предназначенной для разработки двумерных игр и мультимедиа-приложений.</vt:lpstr>
      <vt:lpstr>При разработке игры я пользовался своими прошлыми проектами Maze и Space-shooter.</vt:lpstr>
      <vt:lpstr>Демонстрация проекта</vt:lpstr>
      <vt:lpstr>Доработка. В игру можно добавить главное меню и меню паузы, а также количество сетов при котором определяется победитель и сам счёт.</vt:lpstr>
      <vt:lpstr>Слайд 8</vt:lpstr>
    </vt:vector>
  </TitlesOfParts>
  <Company>Krokoz™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Ping-Pong</dc:title>
  <dc:creator>vital</dc:creator>
  <cp:lastModifiedBy>vital</cp:lastModifiedBy>
  <cp:revision>5</cp:revision>
  <dcterms:created xsi:type="dcterms:W3CDTF">2026-02-04T16:52:07Z</dcterms:created>
  <dcterms:modified xsi:type="dcterms:W3CDTF">2026-02-04T17:34:00Z</dcterms:modified>
</cp:coreProperties>
</file>